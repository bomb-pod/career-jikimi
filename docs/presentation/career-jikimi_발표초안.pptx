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채팅방을 착각해서 엉뚱한 방에 메시지를 보낸 경험, 다들 한 번쯤 있으실 겁니다. 그걸 보내기 전에 잡아주는 시스템을 만들었고, 오늘은 그중 판정 모델과 데이터셋 이야기를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배포 이야기를 하던 업무방입니다. 여기에 치킨 얘기를 보내면 사고죠. 오른쪽 친구방이면 아무 문제 없습니다. 메시지는 글자 하나 다르지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접근을 셋 놓고 비교하면 세 번째만 남습니다. 정답이 메시지가 아니라 관계에 있기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전송 버튼을 누르면 서버가 최근 대화와 보낼 메시지를 모델에 넣고, 확률이 기준을 넘으면 확인창을 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프론트는 React, 백엔드는 FastAPI에 WebSocket입니다. 메시지 브로커는 쓰지 않았습니다 — 판정이 전송 전 동기 차단 방식이라 비동기 파이프라인이 필요 없었습니다. 판정 엔진은 .env 한 줄로 로컬 인코더와 외부 API를 바꿔 끼울 수 있게 추상화했습니다.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삽입: 슬라이드의 점선 틀을 지우고 [삽입] → [비디오] → [이 디바이스]로 파일을 넣은 뒤 같은 위치·크기로 맞추면 됩니다. 재생 옵션은 [자동 실행]을 권합니다. 60초 안쪽으로 자르고, 업무방 경고 → 친구방 통과 순서를 반드시 넣으세요. 그 대비가 이 제품의 전부입니다.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응답만으로 0.94가 나온다는 건 특정 문장이 곧 정답이라는 뜻입니다. 데이터를 다시 만들어야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응답이 어떤 방에서는 정답, 다른 방에서는 오답이 되도록 짝을 다시 짰습니다. 이게 이번 프로젝트의 핵심 설계입니다.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참여자 이름이나 방 이름은 넣지 않았습니다. 순수하게 대화 문맥만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아래 둘이 찍기보다 못하다는 게 중요합니다. 데이터가 정직하다는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프로젝트에서 가장 중요한 한 장입니다. 0.854에서 0.469로, 찍기 수준 아래까지 떨어집니다.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 수를 보고 자동으로 4를 골랐던 설정이 실제로 최적이었음을 확인한 실험입니다.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보통 과적합이 오면 모델이 쉬운 단서로 갈아탑니다. 그런 일이 일어나지 않았다는 확인입니다.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완벽한 숫자가 나왔지만 표본이 작습니다. 이 한계를 먼저 말씀드리는 게 맞다고 봤습니다. 판정 로그의 user_action이 쌓이면 실사용 precision이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 밖 입력에서도 오탐이 0건이라는 점은 덧붙이겠습니다. 모르는 유형을 만나면 조용히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984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career-jikimi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26700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채팅방을 착각해 잘못 보내는 메시지를 전송 전에 잡아낸다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4041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문맥 기반 오발송 탐지 모델 · A.X-Encoder 파인튜닝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보내고 나서야 깨닫는 실수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3913632" cy="2212848"/>
          </a:xfrm>
          <a:prstGeom prst="roundRect">
            <a:avLst>
              <a:gd name="adj" fmla="val 3306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544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채팅방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1975104"/>
            <a:ext cx="3401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어제 배포한 버전은 특이사항 없습니다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롤백 절차도 한 번 봐주세요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나: 오늘 저녁에 치킨 어때?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27448" y="1335024"/>
            <a:ext cx="3913632" cy="2212848"/>
          </a:xfrm>
          <a:prstGeom prst="roundRect">
            <a:avLst>
              <a:gd name="adj" fmla="val 3306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5544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 채팅방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975104"/>
            <a:ext cx="3401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오늘 퇴근하고 뭐 할까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배고픈데 뭐라도 먹자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나: 오늘 저녁에 치킨 어때?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8770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똑같은 메시지인데 한쪽은 사고, 한쪽은 일상이다.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난점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메시지만 봐서는 판단할 수 없다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정답이 메시지 안에 없다. 앞의 대화를 읽어야만 판단이 가능하다.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이 문제는 「이 메시지가 나쁜가」가 아니라 「이 방에 맞는가」이다.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2313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내용 기준 필터링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2313432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욕설·비속어 탐지 방식으로는 못 잡는다. 치킨 얘기는 나쁜 말이 아니다.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054096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말투·격식 규칙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3154680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반말·이모지 유무로 거르면 업무방의 편한 대화가 전부 걸린다.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895344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FDF0EA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문맥 대조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3995928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앞선 대화와 보낼 메시지를 함께 넣고 어울리는지 판정한다.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전송 직전에 끼어드는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883664" cy="1883664"/>
          </a:xfrm>
          <a:prstGeom prst="roundRect">
            <a:avLst>
              <a:gd name="adj" fmla="val 3883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276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수집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N개 메시지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보낼 메시지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06040" y="1481328"/>
            <a:ext cx="1883664" cy="1883664"/>
          </a:xfrm>
          <a:prstGeom prst="roundRect">
            <a:avLst>
              <a:gd name="adj" fmla="val 3883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6276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88920" y="19933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230428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화자 호칭을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A·B·C로 치환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481328"/>
            <a:ext cx="1883664" cy="1883664"/>
          </a:xfrm>
          <a:prstGeom prst="roundRect">
            <a:avLst>
              <a:gd name="adj" fmla="val 3883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276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19933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30428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A.X-Encoder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부적절 확률 산출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12280" y="1481328"/>
            <a:ext cx="1883664" cy="1883664"/>
          </a:xfrm>
          <a:prstGeom prst="roundRect">
            <a:avLst>
              <a:gd name="adj" fmla="val 3883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6276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95160" y="19933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230428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초과 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팝업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621024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221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판정은 로컬에서 돈다.  </a:t>
            </a:r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내용이 외부 API로 나가지 않으며, 응답 지연은 p50 512ms로 예산 4초의 1/8이다.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아키텍처와 기술 스택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2523744" cy="2084832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264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4088" y="1773936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Zustand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248716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낙관적 렌더링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방별 멀티플렉싱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54096" y="2304288"/>
            <a:ext cx="228600" cy="0"/>
          </a:xfrm>
          <a:prstGeom prst="line">
            <a:avLst/>
          </a:prstGeom>
          <a:noFill/>
          <a:ln w="22225">
            <a:solidFill>
              <a:srgbClr val="B9C2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10128" y="1261872"/>
            <a:ext cx="2523744" cy="2084832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14264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11296" y="1773936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WebSocket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11296" y="248716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채번 · 브로드캐스트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오케스트레이션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61304" y="2304288"/>
            <a:ext cx="228600" cy="0"/>
          </a:xfrm>
          <a:prstGeom prst="line">
            <a:avLst/>
          </a:prstGeom>
          <a:noFill/>
          <a:ln w="22225">
            <a:solidFill>
              <a:srgbClr val="B9C2D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17336" y="1261872"/>
            <a:ext cx="2523744" cy="2084832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4264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· 모델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18504" y="1773936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· SQLAlchemy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A.X-Encoder (로컬)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18504" y="248716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· 판정 로그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추론 512ms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584448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8561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docker-compose 한 번으로 기동     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백엔드 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한 줄로 encoder / openai / ollama 교체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동작 시연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5577840" cy="3136392"/>
          </a:xfrm>
          <a:prstGeom prst="roundRect">
            <a:avLst>
              <a:gd name="adj" fmla="val 875"/>
            </a:avLst>
          </a:prstGeom>
          <a:solidFill>
            <a:srgbClr val="EEF1F6"/>
          </a:solidFill>
          <a:ln w="15875">
            <a:solidFill>
              <a:srgbClr val="C3CCD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23180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F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8117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7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영상 자리 — PowerPoint에서 [삽입] → [비디오] → [이 디바이스]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1316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영상에서 보여줄 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7007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7007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업무방에 사적인 메시지 입력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359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3591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직전 경고 팝업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3017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문장을 친구방에 전송 — 통과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6758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6758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토글을 끄면 팝업 없이 전송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407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문장이 방에 따라 다르게 처리되는 장면이 핵심이다.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첫 데이터셋은 답이 새고 있었다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문장만 넣고 앞 대화를 지운 채 TF-IDF로 학습시켜 봤다.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문맥이 없으면 못 맞혀야 정상인데, 결과는 반대였다.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121408"/>
            <a:ext cx="3913632" cy="1389888"/>
          </a:xfrm>
          <a:prstGeom prst="roundRect">
            <a:avLst>
              <a:gd name="adj" fmla="val 5263"/>
            </a:avLst>
          </a:prstGeom>
          <a:solidFill>
            <a:srgbClr val="FDF0EA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2249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100행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" y="2523744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0664" y="307238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응답만 보고 맞힌 정확도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27448" y="2121408"/>
            <a:ext cx="3913632" cy="1389888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2249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1000행 (재설계)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2523744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0.391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65192" y="307238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응답만 보고 맞힌 정확도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673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0.940은 모델이 똑똑해서가 아니라 데이터가 답을 흘리고 있었다는 뜻이다. 이 위에서 아무리 좋은 점수가 나와도 문맥을 읽었다는 증거가 되지 못한다.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응답을 양쪽 정답에 배치했다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 응답 500개 전부가 「적절」과 「부적절」 양쪽 라벨에 등장한다.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응답만 보고는 원리적으로 맞힐 수 없는 구조다.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084832"/>
            <a:ext cx="1883664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771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8163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행 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084832"/>
            <a:ext cx="1883664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26771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/ 500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06040" y="28163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 / 부적절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084832"/>
            <a:ext cx="1883664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26771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09160" y="28163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양쪽에 등장한 응답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2084832"/>
            <a:ext cx="1883664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26771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0.391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12280" y="28163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응답만으로의 정확도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8138160" cy="932688"/>
          </a:xfrm>
          <a:prstGeom prst="roundRect">
            <a:avLst>
              <a:gd name="adj" fmla="val 7843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1246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의도 —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데이터에서 성능이 나온다면 그것은 응답을 외운 결과일 수 없다. 문맥을 읽었다는 것 외에는 설명이 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A.X-Encoder 파인튜닝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모델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468880" y="137160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skt/A.X-Encoder-base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68880" y="181051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response (참여자 정보 미사용)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68880" y="2249424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pair_id 기준 StratifiedGroupKFold 5-fold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설정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2688336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4 · LR 5e-5 · BATCH 8 · MAX_LEN 384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68880" y="3127248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300MB · CPU 추론 · 외부 전송 없음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75888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FDF0EA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 규칙 —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pair_id는 학습과 검증에 쪼개지지 않는다. 같은 대화의 다른 응답이 양쪽에 걸치면 성능이 부풀려지기 때문이다.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방식보다 얼마나 나은가</a:t>
            </a:r>
            <a:endParaRPr lang="en-US" sz="2800" dirty="0"/>
          </a:p>
        </p:txBody>
      </p:sp>
      <p:pic>
        <p:nvPicPr>
          <p:cNvPr id="4" name="Image 0" descr="/home/claude/deck/img/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6780"/>
            <a:ext cx="5806440" cy="2784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298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법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92240" y="1627632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같은 1,000행에서 잰 값이다.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둘이 찍기 수준(0.5) 아래인 것이 데이터에 누출이 없다는 증거다.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대비 +0.129.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② · 핵심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문맥을 건드리면 판정이 무너진다</a:t>
            </a:r>
            <a:endParaRPr lang="en-US" sz="2800" dirty="0"/>
          </a:p>
        </p:txBody>
      </p:sp>
      <p:pic>
        <p:nvPicPr>
          <p:cNvPr id="4" name="Image 0" descr="/home/claude/deck/img/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52190"/>
            <a:ext cx="5349240" cy="3146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한 실험인가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80760" y="1627632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응답은 그대로 두고 앞 대화만 다른 행의 것으로 바꿔 다시 판정했다.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문체를 외운 모델이었다면 성능이 유지되어야 한다. 실제로는 찍기 수준까지 무너졌다.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성능의 출처가 문맥이라는 직접 증거다.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학습을 어디서 멈출지 계측했다</a:t>
            </a:r>
            <a:endParaRPr lang="en-US" sz="2800" dirty="0"/>
          </a:p>
        </p:txBody>
      </p:sp>
      <p:pic>
        <p:nvPicPr>
          <p:cNvPr id="4" name="Image 0" descr="/home/claude/deck/img/curve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1188720"/>
            <a:ext cx="4575658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1298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근거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77840" y="1627632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epoch까지 돌리며 25스텝마다 검증셋을 측정했다.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loss가 epoch 4에서 0.358로 최저를 찍고 이후 0.74까지 상승한다. 같은 구간에서 학습 loss는 0.0001 — 학습셋을 외운 상태다.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선이 갈라지는 지점이 멈춰야 할 곳이고, 그 값이 4다.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더 학습시켜도 지름길로 새지 않았다</a:t>
            </a:r>
            <a:endParaRPr lang="en-US" sz="2800" dirty="0"/>
          </a:p>
        </p:txBody>
      </p:sp>
      <p:pic>
        <p:nvPicPr>
          <p:cNvPr id="4" name="Image 0" descr="/home/claude/deck/img/curve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61" y="1188720"/>
            <a:ext cx="4503237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1298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확인했나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77840" y="1627632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선의 간격이 「문맥을 읽은 정도」다. 회색은 문맥을 바꿔치기한 대조군으로, 찍기 수준에 붙어 있어야 정상이다.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과적합이 진행되는 16 epoch 내내 간격 +0.42가 유지된다.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정확도를 위해 응답 표면에 기대기 시작한 구간이 없다.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별도 평가셋에서의 성능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학습에 한 번도 쓰지 않은 100행. 학습 데이터와 중복 0건.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883664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19656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36829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1883664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819656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06040" y="236829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1883664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19656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0건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09160" y="236829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 (FP)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645920"/>
            <a:ext cx="1883664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819656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512ms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12280" y="236829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지연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999232"/>
            <a:ext cx="8138160" cy="1481328"/>
          </a:xfrm>
          <a:prstGeom prst="roundRect">
            <a:avLst>
              <a:gd name="adj" fmla="val 4938"/>
            </a:avLst>
          </a:prstGeom>
          <a:solidFill>
            <a:srgbClr val="FDF0EA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455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숫자를 그대로 믿으면 안 되는 이유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45643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 50건에서 오탐이 0건이라는 결과의 95% 신뢰 상한은 오탐률 0.06이다(rule of three). 실사용에서 오발송이 1% 비율로 발생한다면 precision은 0.144까지 내려갈 수 있다. 평가셋 100행으로는 이 이상 좁힐 수 없으며, 실사용 로그가 쌓여야 확정된다.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· 다음 단계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아직 못 하는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8138160" cy="969264"/>
          </a:xfrm>
          <a:prstGeom prst="roundRect">
            <a:avLst>
              <a:gd name="adj" fmla="val 7547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447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방 안의 사실 모순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27832" y="144475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「토요일 가능합니다」에 「금요일로 잡자」로 답하는 유형은 4건 중 0건을 잡았다. 학습 데이터의 부적절이 전부 다른 방 문맥이라 배운 적이 없다.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14016"/>
            <a:ext cx="8138160" cy="969264"/>
          </a:xfrm>
          <a:prstGeom prst="roundRect">
            <a:avLst>
              <a:gd name="adj" fmla="val 7547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542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평가셋 규모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27832" y="25420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 데이터를 500건으로 늘리면 모델을 바꾸지 않고도 보고 가능한 precision이 0.144에서 0.63으로 올라간다.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511296"/>
            <a:ext cx="8138160" cy="969264"/>
          </a:xfrm>
          <a:prstGeom prst="roundRect">
            <a:avLst>
              <a:gd name="adj" fmla="val 7547"/>
            </a:avLst>
          </a:prstGeom>
          <a:solidFill>
            <a:srgbClr val="F4F6F9"/>
          </a:solidFill>
          <a:ln w="9525">
            <a:solidFill>
              <a:srgbClr val="E8E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6393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문맥 길이 정합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27832" y="363931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데이터의 앞 대화는 중앙값 3개인데 운영 설정은 10개다. 5~9개 구간은 표본이 없다.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14813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데이터를 다시 만들었다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18105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응답만으로 0.940이 나오던 데이터를 0.391로 통제했다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3957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문맥을 읽는다는 것을 증명했다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7249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문맥을 바꾸면 0.854에서 0.469로 무너진다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3101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설정을 감이 아니라 계측으로 정했다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36393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epoch 곡선으로 EPOCHS 4를 확인했다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career-jikimi</dc:title>
  <dc:subject>PptxGenJS Presentation</dc:subject>
  <dc:creator>지환</dc:creator>
  <cp:lastModifiedBy>지환</cp:lastModifiedBy>
  <cp:revision>1</cp:revision>
  <dcterms:created xsi:type="dcterms:W3CDTF">2026-08-03T05:33:59Z</dcterms:created>
  <dcterms:modified xsi:type="dcterms:W3CDTF">2026-08-03T05:33:59Z</dcterms:modified>
</cp:coreProperties>
</file>
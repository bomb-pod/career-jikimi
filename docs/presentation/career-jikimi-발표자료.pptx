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career-jikimi 입니다. 채팅방을 착각해서 엉뚱한 방에 메시지를 보낸 경험, 다들 있으실 겁니다.
저희는 그 메시지가 전송되기 전에 대화 문맥을 읽고 경고하는 시스템을 만들었습니다.
오른쪽 화면이 실제 동작입니다. 배포 이야기가 오가는 방에 '치킨 어때'를 치면 경고가 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서론에서 왜 만들었는지, 본론에서 어떻게 만들었는지 특히 AI 모델링을 중심으로, 결론에서 성과와 다음 계획을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세 번째입니다. 저희는 메시지를 막지 않습니다. 되묻기만 하고 최종 결정은 사용자가 합니다.
그리고 오른쪽, 이 프로젝트 전체를 관통하는 원칙입니다. 놓치는 것보다 잘못 경고하는 것이 훨씬 치명적입니다.
데이터셋 설계도, 임계값 선택도 전부 이 원칙을 따랐습니다.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영상을 보시겠습니다. 배포 이야기가 오가는 방에 사담을 입력하면 경고가 뜨고,
일반적인 업무 메시지는 그냥 지나갑니다.
세 번째 기능이 이 프로젝트의 숨은 축입니다. 사용자가 '그래도 보내기'를 눌렀는지가 사실상의 정답 라벨이 되어서,
쓰면 쓸수록 평가 데이터가 쌓이는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6일 일정입니다. 눈여겨보실 부분은 2~3단계입니다.
모델을 돌리기 전에 데이터부터 검증했고, 정답이 새고 있다는 걸 발견해서 데이터셋을 처음부터 다시 만들었습니다.
그 이야기를 뒤에서 자세히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아키텍처는 단순합니다. nginx가 정적 파일을 서빙하고 API와 WebSocket을 FastAPI로 넘깁니다.
설명드릴 부분은 오른쪽입니다. 판정 백엔드를 인터페이스로 추상화해서, 환경변수 한 줄로 로컬 인코더와 GPT API를 바꿔 낄 수 있습니다.
덕분에 세 가지를 같은 조건에서 비교할 수 있었고, 최종적으로 로컬 인코더를 선택했습니다.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선택의 출발점은 '이게 어떤 문제인가'였습니다.
저희가 필요한 건 문장 생성이 아니라 적절/부적절 두 개 중 하나입니다. 그러면 디코더가 필요 없고, 인코더 분류기로 충분합니다.
두 번째가 결정적이었습니다. 채팅 내용을 외부 API로 보내는 서비스는, 그 자체가 사용자가 쓰기 꺼려지는 이유가 됩니다.
실제로 GPT API와 로컬 LLM도 붙여서 비교했고, 성능이 충분히 나와서 로컬 인코더를 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저희 프로젝트에서 가장 자랑스러운 부분입니다.
먼저 100개를 직접 만들면서 기준을 세웠습니다. 그런데 검사해보니 응답 문장만 보고도 93%를 맞힐 수 있었습니다.
모델이 문맥을 읽는 게 아니라 응답의 말투를 외우면 되는 데이터였던 겁니다.
그래서 짝 구조로 다시 만들었습니다. 같은 응답이 어떤 방에서는 적절하고 어떤 방에서는 부적절하도록요.
그 결과 응답만 보는 성능이 정확히 찍기 수준인 0.5로 내려갔습니다.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세팅입니다. 네 개 숫자 중 EPOCHS를 강조하고 싶습니다.
관례로 정한 게 아니라, 16 epoch까지 돌려보고 검증 loss가 최저를 찍고 다시 올라가는 지점을 찾아서 4로 정했습니다.
loss는 이진 분류이므로 CrossEntropyLoss입니다.
아래 분할 전략도 중요합니다. 저희 데이터는 같은 응답이 두 번 등장하는 짝 구조라, 짝을 통째로 묶지 않으면 답을 미리 본 셈이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평가에서 가장 중요한 장입니다.
정확도 0.854라는 숫자만으로는 모델이 문맥을 읽었는지 응답의 말투를 외웠는지 알 수 없습니다.
그래서 응답은 그대로 두고 앞 대화만 바꿔치기해서 다시 재봤습니다. 0.854가 0.469로 떨어졌습니다.
찍기 수준인 0.5보다도 낮습니다. 즉 문맥이 없으면 이 모델은 아무것도 모릅니다.
이게 저희가 증명하고 싶었던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왼쪽, 규칙 기반 대비 0.129 높습니다. 그리고 위쪽 두 개가 찍기 수준 아래인 것이 데이터에 누출이 없다는 증거입니다.
오른쪽, 임계값은 F1 최대점이 아니라 0.7을 골랐습니다. F1은 놓침과 오탐을 같은 무게로 보는데 저희는 그렇지 않기 때문입니다.
마지막으로 한계를 먼저 말씀드리겠습니다. 특히 두 번째, 실제 오발송이 드물다면 경고의 상당수가 오탐일 수 있습니다.
이건 사용자 로그가 쌓여야 확정되고, 그래서 저희가 판정 로그 테이블을 처음부터 만들어둔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성과를 네 숫자로 정리했습니다.
가장 의미 있는 건 두 번째, 절제 실험 하락폭입니다. 정확도는 데이터가 쉬우면 올라가지만, 이 값은 모델이 무엇을 보고 있는지를 말해줍니다.
네 번째도 강조하고 싶습니다. 채팅 내용이 서버 밖으로 한 건도 나가지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고도화 계획입니다. 순서가 곧 우선순위입니다.
1번이 최우선인 이유는, 지금 저희가 실사용 성능을 모르기 때문입니다. 평가셋에서 잘 나온다고 실제로 잘 되는 게 아닙니다.
그리고 그걸 알아내는 방법을 처음부터 설계에 넣어뒀습니다. 사용자가 경고를 무시하고 보냈는지 취소했는지가 정답 라벨이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 받겠습니다.
예상 질문 네 가지에 대한 답은 발표 스크립트 문서에 정리해두었습니다.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불일치 메시지 사전 경고 시스템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783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career-jikimi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채팅창을 착각해 잘못 보내는 메시지,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당신의 회사생활을 지켜드리겠습니다.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13632"/>
            <a:ext cx="1371600" cy="0"/>
          </a:xfrm>
          <a:prstGeom prst="line">
            <a:avLst/>
          </a:prstGeom>
          <a:noFill/>
          <a:ln w="31750">
            <a:solidFill>
              <a:srgbClr val="C976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 / 발표자 · 2026.08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60920" y="1051560"/>
            <a:ext cx="4114800" cy="4754880"/>
          </a:xfrm>
          <a:prstGeom prst="roundRect">
            <a:avLst>
              <a:gd name="adj" fmla="val 3111"/>
            </a:avLst>
          </a:prstGeom>
          <a:solidFill>
            <a:srgbClr val="1B2456"/>
          </a:solidFill>
          <a:ln w="15240">
            <a:solidFill>
              <a:srgbClr val="2B3A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07808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배포 채널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716768" y="1316736"/>
            <a:ext cx="182880" cy="182880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07808" y="1755648"/>
            <a:ext cx="2651760" cy="420624"/>
          </a:xfrm>
          <a:prstGeom prst="roundRect">
            <a:avLst>
              <a:gd name="adj" fmla="val 21739"/>
            </a:avLst>
          </a:prstGeom>
          <a:solidFill>
            <a:srgbClr val="2630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99248" y="17556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배포 리허설 몇 시로 할까요?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49640" y="2304288"/>
            <a:ext cx="2651760" cy="420624"/>
          </a:xfrm>
          <a:prstGeom prst="roundRect">
            <a:avLst>
              <a:gd name="adj" fmla="val 21739"/>
            </a:avLst>
          </a:prstGeom>
          <a:solidFill>
            <a:srgbClr val="2B3A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23042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10시면 될 것 같습니다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07808" y="2852928"/>
            <a:ext cx="2651760" cy="420624"/>
          </a:xfrm>
          <a:prstGeom prst="roundRect">
            <a:avLst>
              <a:gd name="adj" fmla="val 21739"/>
            </a:avLst>
          </a:prstGeom>
          <a:solidFill>
            <a:srgbClr val="2630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285292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절차도 같이 봐주세요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49640" y="3456432"/>
            <a:ext cx="2651760" cy="420624"/>
          </a:xfrm>
          <a:prstGeom prst="roundRect">
            <a:avLst>
              <a:gd name="adj" fmla="val 21739"/>
            </a:avLst>
          </a:prstGeom>
          <a:solidFill>
            <a:srgbClr val="2B3A76"/>
          </a:solidFill>
          <a:ln w="19050">
            <a:solidFill>
              <a:srgbClr val="C976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34564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저녁에 치킨 어때?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07808" y="4133088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BF1E4"/>
          </a:solidFill>
          <a:ln w="15240">
            <a:solidFill>
              <a:srgbClr val="C9761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0688" y="4334256"/>
            <a:ext cx="292608" cy="292608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83880" y="4315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방에 맞지 않는 것 같습니다.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83880" y="4553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65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보낼까요?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83880" y="4901184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490118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45168" y="4901184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45168" y="490118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121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9536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서론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77824" y="3300984"/>
            <a:ext cx="100584" cy="1005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배경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7824" y="3803904"/>
            <a:ext cx="100584" cy="1005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 (시연)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" y="4306824"/>
            <a:ext cx="100584" cy="1005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0248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2121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62856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본론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81144" y="3300984"/>
            <a:ext cx="100584" cy="10058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/ 기술스택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81144" y="3803904"/>
            <a:ext cx="100584" cy="10058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모델링 ① 어떤 모델?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81144" y="4306824"/>
            <a:ext cx="100584" cy="10058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모델링 ② 어떻게 학습?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81144" y="4809744"/>
            <a:ext cx="100584" cy="10058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모델링 ③ 어떻게 평가?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3568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E9F5F2"/>
          </a:solidFill>
          <a:ln w="9525">
            <a:solidFill>
              <a:srgbClr val="E9F5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2121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266176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8284464" y="3300984"/>
            <a:ext cx="100584" cy="100584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정리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84464" y="3803904"/>
            <a:ext cx="100584" cy="100584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계획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서론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배경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보낸 메시지는 되돌릴 수 없습니다. 삭제해도 이미 읽힌 뒤입니다.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720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214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89888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23042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채팅방을 착각한 전송은 사회적 비용이 크다.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업무방에 사담, 단체방에 개인 메시지 — 한 번이면 충분히 곤란하다.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154680"/>
            <a:ext cx="6720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44728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89888" y="3337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대안의 한계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363016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취소는 시간 제한이 있고, 이미 읽혔으면 소용없다.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뜨는 확인 팝업은 곧 무시하게 된다 — 경고의 가치가 사라진다.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480560"/>
            <a:ext cx="6720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4773168"/>
            <a:ext cx="402336" cy="402336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89888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접근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49560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문맥을 읽어 이 방에 맞지 않을 때만 경고한다.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사용자가 한다. 시스템은 막지 않고 되묻기만 한다.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07808" y="1828800"/>
            <a:ext cx="402336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82128" y="2487168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1건이</a:t>
            </a:r>
            <a:endParaRPr lang="en-US" sz="27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전체를</a:t>
            </a:r>
            <a:endParaRPr lang="en-US" sz="27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죽인다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882128" y="4041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멀쩡한 메시지에 경고가 반복되면 사용자는 팝업을 끄고, 기능은 존재하지 않는 것이 된다.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82128" y="4828032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2B3A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482803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recall 보다 precision 을 우선 지표로 채택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서론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 위에 전송 전 판정을 얹었습니다.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720840" cy="3977640"/>
          </a:xfrm>
          <a:prstGeom prst="roundRect">
            <a:avLst>
              <a:gd name="adj" fmla="val 2299"/>
            </a:avLst>
          </a:prstGeom>
          <a:solidFill>
            <a:srgbClr val="F1F4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29584" y="3401568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3794760" y="3611880"/>
            <a:ext cx="310896" cy="40233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370832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681728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자리에 시연 영상을 삽입하세요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07808" y="18288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208483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57616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57616" y="23042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연결 1개로 여러 방을 멀티플렉싱한다.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07808" y="32004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3456432"/>
            <a:ext cx="365760" cy="36576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57616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전 문맥 판정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57616" y="36758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대화 N개와 보낼 문장을 함께 읽고 판정한다.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부적절하면 저장하지 않고 되묻는다.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07808" y="4572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482803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57616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선택의 기록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57616" y="50474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강행했는지 취소했는지를 남긴다.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선택이 곧 다음 학습 데이터가 된다.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서론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6일. 절반 이상을 데이터에 썼습니다.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20368" y="2212848"/>
            <a:ext cx="9357360" cy="0"/>
          </a:xfrm>
          <a:prstGeom prst="line">
            <a:avLst/>
          </a:prstGeom>
          <a:noFill/>
          <a:ln w="254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0640" y="2103120"/>
            <a:ext cx="219456" cy="21945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요구사항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AI-DLC 워크플로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요구사항 · ADR 8건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2103120"/>
            <a:ext cx="219456" cy="219456"/>
          </a:xfrm>
          <a:prstGeom prst="ellipse">
            <a:avLst/>
          </a:prstGeom>
          <a:solidFill>
            <a:srgbClr val="AA40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8400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7/29~30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38400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6416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진단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6416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v1 500행 누출 발견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6416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설계 기준 확립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3584" y="2103120"/>
            <a:ext cx="219456" cy="219456"/>
          </a:xfrm>
          <a:prstGeom prst="ellipse">
            <a:avLst/>
          </a:prstGeom>
          <a:solidFill>
            <a:srgbClr val="C976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9872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7/30~31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09872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7888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재조립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7888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짝 구조 설계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7888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v3 1,000행 완성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25056" y="2103120"/>
            <a:ext cx="219456" cy="21945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7/31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 · 평가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A.X-Encoder 파인튜닝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5-fold 교차검증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796528" y="2103120"/>
            <a:ext cx="219456" cy="21945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52816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8/1~2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52816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0832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웹앱 통합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80832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판정 백엔드 3종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80832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테스트 355건 통과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668000" y="2103120"/>
            <a:ext cx="219456" cy="219456"/>
          </a:xfrm>
          <a:prstGeom prst="ellipse">
            <a:avLst/>
          </a:prstGeom>
          <a:solidFill>
            <a:srgbClr val="2B7A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4288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924288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2304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· 인프라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2304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테스트셋 v4 200행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52304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nginx 분리 구성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504748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5193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6일 중 3일을 데이터에 썼습니다.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41248" y="54681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데이터셋이 정답을 흘리고 있다는 것을 학습 전에 발견했고, 그래서 처음부터 다시 만들었습니다. 이 판단이 이 프로젝트에서 가장 중요한 결정이었습니다.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일정은 저장소 커밋·문서 작성일 기준으로 정리했습니다. 실제 팀 일정에 맞게 조정하세요.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/ 기술스택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3개. 판정 백엔드는 환경변수 한 줄로 교체됩니다.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7223760" cy="2331720"/>
          </a:xfrm>
          <a:prstGeom prst="roundRect">
            <a:avLst>
              <a:gd name="adj" fmla="val 3137"/>
            </a:avLst>
          </a:prstGeom>
          <a:solidFill>
            <a:srgbClr val="FAFBFD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6888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778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862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12848" y="2944368"/>
            <a:ext cx="274320" cy="0"/>
          </a:xfrm>
          <a:prstGeom prst="line">
            <a:avLst/>
          </a:prstGeom>
          <a:noFill/>
          <a:ln w="17780">
            <a:solidFill>
              <a:srgbClr val="9AA2A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87168" y="246888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7780">
            <a:solidFill>
              <a:srgbClr val="C97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87168" y="2862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+ 프록시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58768" y="2944368"/>
            <a:ext cx="274320" cy="0"/>
          </a:xfrm>
          <a:prstGeom prst="line">
            <a:avLst/>
          </a:prstGeom>
          <a:noFill/>
          <a:ln w="17780">
            <a:solidFill>
              <a:srgbClr val="9AA2A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33088" y="246888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778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2587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33088" y="28620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2944368"/>
            <a:ext cx="274320" cy="0"/>
          </a:xfrm>
          <a:prstGeom prst="line">
            <a:avLst/>
          </a:prstGeom>
          <a:noFill/>
          <a:ln w="17780">
            <a:solidFill>
              <a:srgbClr val="9AA2A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70448" y="24688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7780">
            <a:solidFill>
              <a:srgbClr val="2B3A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2587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70448" y="2862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11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utf8mb4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35935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judgment 모듈이 app 안에서 판정을 수행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" y="2130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3개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65008" y="19659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2148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백엔드 (교체 가능)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02752" y="2496312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7780">
            <a:solidFill>
              <a:srgbClr val="C976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25328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  ← 현재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49056" y="27432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· 외부 전송 없음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02752" y="3063240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D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9056" y="3099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49056" y="3310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API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02752" y="3630168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D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36667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49056" y="38770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" y="4572000"/>
            <a:ext cx="2066544" cy="1298448"/>
          </a:xfrm>
          <a:prstGeom prst="roundRect">
            <a:avLst>
              <a:gd name="adj" fmla="val 563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5029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 · TypeScript 5.7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6 · Zustand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16352" y="4572000"/>
            <a:ext cx="2066544" cy="1298448"/>
          </a:xfrm>
          <a:prstGeom prst="roundRect">
            <a:avLst>
              <a:gd name="adj" fmla="val 563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80944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80944" y="5029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WebSocket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SQLAlchemy + asyncmy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65776" y="4572000"/>
            <a:ext cx="2066544" cy="1298448"/>
          </a:xfrm>
          <a:prstGeom prst="roundRect">
            <a:avLst>
              <a:gd name="adj" fmla="val 563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30368" y="5029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11 (InnoDB)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Alembic 마이그레이션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0" y="4572000"/>
            <a:ext cx="2066544" cy="1298448"/>
          </a:xfrm>
          <a:prstGeom prst="roundRect">
            <a:avLst>
              <a:gd name="adj" fmla="val 5634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79792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79792" y="5029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A.X-Encoder 파인튜닝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(CPU)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564624" y="4572000"/>
            <a:ext cx="2066544" cy="1298448"/>
          </a:xfrm>
          <a:prstGeom prst="roundRect">
            <a:avLst>
              <a:gd name="adj" fmla="val 563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29216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시험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729216" y="5029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 · nginx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355 · Vitest 147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모델을 왜 골랐나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문제가 아니라 이진 분류 문제였습니다.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470916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482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/ A.X-Encoder-base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ModernBERT 계열 인코더 · 0.1B · Apache-2.0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27614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1억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30540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크기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0" y="30540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299 MB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33467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33467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cross-encoder 이진 분류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1828800"/>
            <a:ext cx="60990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9008" y="2103120"/>
            <a:ext cx="365760" cy="36576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생성이 아니라 분류다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72784" y="2304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출력은 '적절 / 부적절' 하나뿐이다.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만들 필요가 없으니 디코더가 필요 없다.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3127248"/>
            <a:ext cx="60990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9008" y="3401568"/>
            <a:ext cx="365760" cy="36576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3310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밖으로 나가지 않는다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2784" y="36027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전량 로컬에서 처리한다. 채팅 내용을 외부 API로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보내지 않는 것이 이 서비스에서는 기능 요건이다.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32120" y="4425696"/>
            <a:ext cx="60990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79008" y="4700016"/>
            <a:ext cx="365760" cy="36576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4700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4608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빠르고 공짜다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2784" y="49011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p50 512ms — 타임아웃 예산 4초에 여유가 크다.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비용이 없어 판정을 아끼지 않아도 된다.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3886200"/>
            <a:ext cx="4709160" cy="1920240"/>
          </a:xfrm>
          <a:prstGeom prst="roundRect">
            <a:avLst>
              <a:gd name="adj" fmla="val 3810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같은 조건에서 비교했습니다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407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2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95728" y="44074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좋음 · 대화가 외부로 나감 · 비용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1248" y="4809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2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95728" y="48097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 없음 · 무겁고 느림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1248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 (채택)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95728" y="5212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 없음 · 299MB · 512ms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데이터를 어떻게 만들었나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학습을 시작하기 전에, 데이터가 정답을 흘리고 있는지부터 확인했습니다.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15184" cy="2395728"/>
          </a:xfrm>
          <a:prstGeom prst="roundRect">
            <a:avLst>
              <a:gd name="adj" fmla="val 3053"/>
            </a:avLst>
          </a:prstGeom>
          <a:solidFill>
            <a:srgbClr val="FBECEA"/>
          </a:solidFill>
          <a:ln w="9525">
            <a:solidFill>
              <a:srgbClr val="FBE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066544"/>
            <a:ext cx="384048" cy="384048"/>
          </a:xfrm>
          <a:prstGeom prst="ellipse">
            <a:avLst/>
          </a:prstGeom>
          <a:solidFill>
            <a:srgbClr val="AA4034"/>
          </a:solidFill>
          <a:ln w="12700">
            <a:solidFill>
              <a:srgbClr val="AA40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5786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100행 직접 제작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8096" y="290779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직접 만들고 눈으로 보며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 · 부적절의 기준을 세웠다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354787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" y="396849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응답만 보고 정답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83280" y="1874520"/>
            <a:ext cx="2615184" cy="2395728"/>
          </a:xfrm>
          <a:prstGeom prst="roundRect">
            <a:avLst>
              <a:gd name="adj" fmla="val 3053"/>
            </a:avLst>
          </a:prstGeom>
          <a:solidFill>
            <a:srgbClr val="FBECEA"/>
          </a:solidFill>
          <a:ln w="9525">
            <a:solidFill>
              <a:srgbClr val="FB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4448" y="2066544"/>
            <a:ext cx="384048" cy="384048"/>
          </a:xfrm>
          <a:prstGeom prst="ellipse">
            <a:avLst/>
          </a:prstGeom>
          <a:solidFill>
            <a:srgbClr val="AA4034"/>
          </a:solidFill>
          <a:ln w="12700">
            <a:solidFill>
              <a:srgbClr val="AA40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84448" y="25786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진단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84448" y="290779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문장만으로 라벨을 맞힐 수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 기계적으로 검사했다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84448" y="354787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584448" y="396849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v1 500행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16752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99632" y="1874520"/>
            <a:ext cx="2615184" cy="2395728"/>
          </a:xfrm>
          <a:prstGeom prst="roundRect">
            <a:avLst>
              <a:gd name="adj" fmla="val 3053"/>
            </a:avLst>
          </a:prstGeom>
          <a:solidFill>
            <a:srgbClr val="E9F5F2"/>
          </a:solidFill>
          <a:ln w="9525">
            <a:solidFill>
              <a:srgbClr val="E9F5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066544"/>
            <a:ext cx="384048" cy="384048"/>
          </a:xfrm>
          <a:prstGeom prst="ellipse">
            <a:avLst/>
          </a:prstGeom>
          <a:solidFill>
            <a:srgbClr val="2B7A6C"/>
          </a:solidFill>
          <a:ln w="12700">
            <a:solidFill>
              <a:srgbClr val="2B7A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25786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구조로 재조립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0" y="290779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응답을 적절 · 부적절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양쪽에 정확히 한 번씩 배치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354787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0" y="396849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찍기 수준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33104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015984" y="1874520"/>
            <a:ext cx="2615184" cy="2395728"/>
          </a:xfrm>
          <a:prstGeom prst="roundRect">
            <a:avLst>
              <a:gd name="adj" fmla="val 3053"/>
            </a:avLst>
          </a:prstGeom>
          <a:solidFill>
            <a:srgbClr val="E9F5F2"/>
          </a:solidFill>
          <a:ln w="9525">
            <a:solidFill>
              <a:srgbClr val="E9F5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17152" y="2066544"/>
            <a:ext cx="384048" cy="384048"/>
          </a:xfrm>
          <a:prstGeom prst="ellipse">
            <a:avLst/>
          </a:prstGeom>
          <a:solidFill>
            <a:srgbClr val="2B7A6C"/>
          </a:solidFill>
          <a:ln w="12700">
            <a:solidFill>
              <a:srgbClr val="2B7A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17152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17152" y="25786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1,000행 확정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217152" y="290779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1,000행 + 평가 100행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0건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17152" y="354787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217152" y="396849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항목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4462272"/>
            <a:ext cx="6766560" cy="1389888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6268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 — 짝 구조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1248" y="49377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응답 500개 전원이 적절과 부적절 양쪽에 한 번씩 등장합니다.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응답만 보고는 원리적으로 맞힐 수 없습니다 — 여기서 성능이 나오면 그건 문맥을 읽었다는 뜻입니다.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589520" y="4462272"/>
            <a:ext cx="404164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27264" y="4608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검사 (v3 최종)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827264" y="49011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response-only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875520" y="4901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698480" y="490118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27264" y="51755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history-only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75520" y="51755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0.506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698480" y="51755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827264" y="5449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셔플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75520" y="54498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0.498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698480" y="54498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세팅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T4 · 5-fold 교차검증 · 총 학습 5회 · 약 23분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0482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MAX_LEN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23774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68096" y="307238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토큰 최대 117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전량 수용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20482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84448" y="23774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84448" y="307238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메모리 기준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 상한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9632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0482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5e-5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00800" y="307238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파인튜닝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범위 상단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15984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20482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EPOCHS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17152" y="23774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217152" y="307238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loss 최저점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실측으로 결정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050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Function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42611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CrossEntropyLoss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41248" y="462686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 / 부적절 이진 분류이므로 num_labels=2 로 두고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엔트로피를 사용했습니다.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3840480"/>
            <a:ext cx="54132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40233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설정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55664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0" y="43525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AdamW (weight_decay 0.01)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55664" y="46085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4608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+ warmup 10%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55664" y="4864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 clip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48646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537667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E9F5F2"/>
          </a:solidFill>
          <a:ln w="9525">
            <a:solidFill>
              <a:srgbClr val="E9F5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504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전략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94560" y="55046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StratifiedGroupKFold(5) · 그룹 기준 = pair_id — 같은 짝이 학습과 검증에 갈라지지 않게 묶었습니다. 짝의 반쪽을 본 모델이 나머지를 맞히면 점수가 부풀려지기 때문입니다.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평가했나 — 절제 실험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정확도만으로는 '문맥을 읽었다'를 증명할 수 없습니다. 문맥을 빼고 다시 재봤습니다.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6400800" cy="3977640"/>
          </a:xfrm>
          <a:prstGeom prst="roundRect">
            <a:avLst>
              <a:gd name="adj" fmla="val 1839"/>
            </a:avLst>
          </a:prstGeom>
          <a:solidFill>
            <a:srgbClr val="FAFBFD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3790188"/>
            <a:ext cx="5230368" cy="0"/>
          </a:xfrm>
          <a:prstGeom prst="line">
            <a:avLst/>
          </a:prstGeom>
          <a:noFill/>
          <a:ln w="12700">
            <a:solidFill>
              <a:srgbClr val="9AA2A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04672" y="366217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27632" y="2835280"/>
            <a:ext cx="1207008" cy="2303648"/>
          </a:xfrm>
          <a:prstGeom prst="roundRect">
            <a:avLst>
              <a:gd name="adj" fmla="val 3030"/>
            </a:avLst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4512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89888" y="523036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9888" y="546811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873810"/>
            <a:ext cx="1207008" cy="1265118"/>
          </a:xfrm>
          <a:prstGeom prst="roundRect">
            <a:avLst>
              <a:gd name="adj" fmla="val 3030"/>
            </a:avLst>
          </a:prstGeom>
          <a:solidFill>
            <a:srgbClr val="AA40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348976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0.469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99816" y="523036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swapped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99816" y="546811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문맥만 교체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47488" y="3830650"/>
            <a:ext cx="1207008" cy="1308278"/>
          </a:xfrm>
          <a:prstGeom prst="roundRect">
            <a:avLst>
              <a:gd name="adj" fmla="val 3030"/>
            </a:avLst>
          </a:prstGeom>
          <a:solidFill>
            <a:srgbClr val="AA40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344660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09744" y="523036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9744" y="546811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삭제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0482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 OOF 정확도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23360" y="20482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= 0.5 (찍기 수준)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23760" y="1874520"/>
            <a:ext cx="4407408" cy="1828800"/>
          </a:xfrm>
          <a:prstGeom prst="roundRect">
            <a:avLst>
              <a:gd name="adj" fmla="val 4000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한 실험인가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61504" y="237744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5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보낼 메시지는 하나도 바꾸지 않고, 앞 대화만 다른 방의 것으로 바꿔치기하거나 아예 지운 뒤 같은 모델로 다시 판정했습니다.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61504" y="31638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하락폭  +0.385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223760" y="3840480"/>
            <a:ext cx="4407408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61504" y="4023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61504" y="431596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문맥을 건드리면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찍기 수준으로 무너진다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61504" y="51023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그대로인데 성능이 사라졌습니다. 성능의 출처가 응답의 말투가 아니라 문맥이라는 직접 증거입니다.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대조와 운영 임계값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기반보다 얼마나 나은가, 그리고 어디까지 믿을 수 있나.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806440" cy="2514600"/>
          </a:xfrm>
          <a:prstGeom prst="roundRect">
            <a:avLst>
              <a:gd name="adj" fmla="val 2909"/>
            </a:avLst>
          </a:prstGeom>
          <a:solidFill>
            <a:srgbClr val="FAFBFD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대조 (같은 1,000행)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3408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history-only (TF-IDF)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2386584"/>
            <a:ext cx="914034" cy="182880"/>
          </a:xfrm>
          <a:prstGeom prst="roundRect">
            <a:avLst>
              <a:gd name="adj" fmla="val 15000"/>
            </a:avLst>
          </a:prstGeom>
          <a:solidFill>
            <a:srgbClr val="9AA2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386" y="2340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0.294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7066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response-only (TF-IDF)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0" y="2752344"/>
            <a:ext cx="1215603" cy="182880"/>
          </a:xfrm>
          <a:prstGeom prst="roundRect">
            <a:avLst>
              <a:gd name="adj" fmla="val 15000"/>
            </a:avLst>
          </a:prstGeom>
          <a:solidFill>
            <a:srgbClr val="9AA2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1955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0.391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072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제거한 우리 모델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0" y="3118104"/>
            <a:ext cx="1507846" cy="182880"/>
          </a:xfrm>
          <a:prstGeom prst="roundRect">
            <a:avLst>
              <a:gd name="adj" fmla="val 15000"/>
            </a:avLst>
          </a:prstGeom>
          <a:solidFill>
            <a:srgbClr val="9AA2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4198" y="30723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4381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 + 격식 규칙 기반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0" y="3483864"/>
            <a:ext cx="2253996" cy="182880"/>
          </a:xfrm>
          <a:prstGeom prst="roundRect">
            <a:avLst>
              <a:gd name="adj" fmla="val 15000"/>
            </a:avLst>
          </a:prstGeom>
          <a:solidFill>
            <a:srgbClr val="2B3A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0348" y="3438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8039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A.X-Encoder (제안)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3849624"/>
            <a:ext cx="2655052" cy="182880"/>
          </a:xfrm>
          <a:prstGeom prst="roundRect">
            <a:avLst>
              <a:gd name="adj" fmla="val 15000"/>
            </a:avLst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1404" y="38039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대비  +0.129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1874520"/>
            <a:ext cx="500176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7144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임계값 선택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12864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58200" y="23591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0" y="23591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625328" y="235915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12864" y="27249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 (F1 최대)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27249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0" y="27249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0.860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625328" y="272491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84848" y="3072384"/>
            <a:ext cx="4700016" cy="347472"/>
          </a:xfrm>
          <a:prstGeom prst="roundRect">
            <a:avLst>
              <a:gd name="adj" fmla="val 10526"/>
            </a:avLst>
          </a:prstGeom>
          <a:solidFill>
            <a:srgbClr val="FBF1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30906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 (채택)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58200" y="30906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0.882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0" y="30906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0.776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25328" y="309067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0.440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12864" y="34564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5820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0.921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01200" y="3456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0.582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625328" y="345643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0.316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67144" y="389534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최대점을 쓰지 않은 이유 — F1은 놓침과 오탐을 동등하게 봅니다. 저희는 오탐 비용이 훨씬 큽니다.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455371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ECEA"/>
          </a:solidFill>
          <a:ln w="9525">
            <a:solidFill>
              <a:srgbClr val="FBEC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— 먼저 말씀드립니다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41248" y="5010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평가셋이 100행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1248" y="52669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55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0건의 95% 신뢰 상한은 0.06.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55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표본은 좋은 결과를 과장한다.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53128" y="5010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기저율 미확정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453128" y="52669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55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오발송이 전체의 1%라면 같은 모델도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55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이 0.07까지 떨어진다.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65008" y="5010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범위가 좁다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65008" y="52669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55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'방을 착각한 전송'만 다룬다. 같은 방 안의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55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위반·사실 오류는 탐지 대상이 아니다.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결론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0116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8096" y="2706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 정확도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9809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0.725 대비 +0.129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0116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+0.385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84448" y="2706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절제 시 하락폭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84448" y="29809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문맥을 읽는다는 직접 증거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0116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512ms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0" y="2706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지연 (p50)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809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예산 4초의 13%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15984" y="18288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20116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217152" y="2706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17152" y="29809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내용이 서버 밖으로 나가지 않음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70332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886200"/>
            <a:ext cx="310896" cy="310896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8953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웹앱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" y="433425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· 친구 · 방 생성 · 실시간 전송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팝업 · 강행 전송 · 검증 배지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70332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84448" y="3886200"/>
            <a:ext cx="310896" cy="310896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86784" y="38953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84448" y="433425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1,000행 + 평가 300행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검사 전 항목 통과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370332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886200"/>
            <a:ext cx="310896" cy="310896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03136" y="38953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모델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33425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A.X-Encoder 파인튜닝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3종 교체 가능 구조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15984" y="370332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17152" y="3886200"/>
            <a:ext cx="310896" cy="310896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19488" y="38953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17152" y="433425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355건 · 프론트엔드 147건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통과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정확도·하락폭은 5-fold 교차검증 OOF 기준, 지연은 배치 32 처리량 기준입니다.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결론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계획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급한 것은 성능을 올리는 일이 아니라, 지금 성능을 제대로 아는 일입니다.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30552"/>
            <a:ext cx="420624" cy="42062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2112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기저율 확정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91456" y="2130552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213055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89888" y="253288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로그의 '보내기 / 취소' 선택을 모아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오발송 비율을 측정하고 임계값을 다시 정한다.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0216" y="1874520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6248" y="213055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23176" y="2112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확대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524744" y="2130552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24744" y="213055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23176" y="253288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3단계로 나눈 테스트셋 v4(200행)를 만들었다.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 겹침만으로는 못 푸는 hard 구간을 포함한다.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749040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0507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3986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범위 확장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91456" y="4005072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40050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89888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 안의 날짜·대상 불일치는 지금 못 잡는다.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오발송 탐지와는 별개 능력이라 데이터부터 설계한다.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0216" y="3749040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56248" y="400507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23176" y="3986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확장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524744" y="4005072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24744" y="40050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23176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연결 정보가 프로세스 메모리에 있어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늘릴 수 없다. Redis pub/sub 으로 옮긴다.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5596128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5961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로그 테이블을 첫날부터 만들어 둔 이유가 여기 있습니다. 사용자의 선택이 그대로 다음 평가 데이터가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59536" y="3401568"/>
            <a:ext cx="1371600" cy="0"/>
          </a:xfrm>
          <a:prstGeom prst="line">
            <a:avLst/>
          </a:prstGeom>
          <a:noFill/>
          <a:ln w="31750">
            <a:solidFill>
              <a:srgbClr val="C976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3931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career-jikimi — 채팅창을 착각해 잘못 보내는 메시지,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당신의 회사생활을 지켜드리겠습니다.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18745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1B2456"/>
          </a:solidFill>
          <a:ln w="12700">
            <a:solidFill>
              <a:srgbClr val="2B3A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2103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82128" y="2706624"/>
            <a:ext cx="91440" cy="9144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01584" y="2615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LLM이 아니라 인코더인가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82128" y="3255264"/>
            <a:ext cx="91440" cy="9144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01584" y="3163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왜 다시 만들었나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82128" y="3803904"/>
            <a:ext cx="91440" cy="9144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01584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EPOCHS 4는 어떻게 정했나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82128" y="4352544"/>
            <a:ext cx="91440" cy="9144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1584" y="4261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실사용에서도 잘 되는가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2026-08-03T07:16:29Z</dcterms:created>
  <dcterms:modified xsi:type="dcterms:W3CDTF">2026-08-03T07:16:29Z</dcterms:modified>
</cp:coreProperties>
</file>